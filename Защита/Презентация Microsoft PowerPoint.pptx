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3" r:id="rId9"/>
    <p:sldId id="265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84" y="3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6BC94D-0C89-58CC-C4D1-0959156DFD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DB90788-EA14-6D97-D19B-A56A0B6FD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DCA7259-36F2-A6DB-BEB6-EF70D881B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332F-E96A-45AC-8E64-F2E0E77273C6}" type="datetimeFigureOut">
              <a:rPr lang="ru-RU" smtClean="0"/>
              <a:t>16.11.2025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0A30335-84BE-C0A0-88AD-77B059116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ADC953-BF95-C0E7-02E4-9343B7C97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828BA1-D5B6-4A13-84B6-8F1E252A1EE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1689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AF1148-8BE2-07F2-70D2-05D027618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DC94E4-1124-EFB7-4F7C-0C03F4BC5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6957100-5F44-671D-E576-AB8E16732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332F-E96A-45AC-8E64-F2E0E77273C6}" type="datetimeFigureOut">
              <a:rPr lang="ru-RU" smtClean="0"/>
              <a:t>16.11.2025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CD551CA-4B0B-F393-7EA8-A7881D8AC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07C026B-39E5-13E5-0FE7-98267E8BA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828BA1-D5B6-4A13-84B6-8F1E252A1EE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0677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017621-FCB4-4846-3B63-8898103CB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1C7EAC4-EC5A-3570-7614-223B278C0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4149DE4-7C3F-DEB0-0A60-605A3FF2D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332F-E96A-45AC-8E64-F2E0E77273C6}" type="datetimeFigureOut">
              <a:rPr lang="ru-RU" smtClean="0"/>
              <a:t>16.11.2025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D994F7F-ECC5-C75D-F6FF-7A43CB0FB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7EAE75-7175-A8F2-788C-8447C073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828BA1-D5B6-4A13-84B6-8F1E252A1EE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176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C55FD4-1C1D-1E98-C35B-251B50E06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EB14B7E-F83C-F85A-0CC1-B34BBB844E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E29580-CAF9-DD43-8920-8EDB45E01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91B3D08-2E90-CB6A-E0FD-8B38FD50E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332F-E96A-45AC-8E64-F2E0E77273C6}" type="datetimeFigureOut">
              <a:rPr lang="ru-RU" smtClean="0"/>
              <a:t>16.11.2025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4E3B526-8393-89BE-816B-856D6CEBE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36530-95F4-9D9C-2964-1E0A9ECD6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828BA1-D5B6-4A13-84B6-8F1E252A1EE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1591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B3141F-B553-1428-EBEE-AB99FD9EC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F9F4571-E513-3CBE-C73A-B3D8E79BE8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A622F10-4441-AAFC-1A96-BA1F38C406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7FF8C0E-9174-1FF5-7C62-1D0368360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1DAC461-F429-8532-D68C-914EA128CF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8379FFB-6E78-35EB-B03B-C9CE5F86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332F-E96A-45AC-8E64-F2E0E77273C6}" type="datetimeFigureOut">
              <a:rPr lang="ru-RU" smtClean="0"/>
              <a:t>16.11.2025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CFF8C3D-8F99-D9B1-AAD2-04A7F5839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9415B41-6B41-B288-8300-073B0F8EB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828BA1-D5B6-4A13-84B6-8F1E252A1EE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77652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0E27B4-FB41-4B7B-D4D4-09806CFF8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1C4ADB7-4F5F-3439-0F91-C46598872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332F-E96A-45AC-8E64-F2E0E77273C6}" type="datetimeFigureOut">
              <a:rPr lang="ru-RU" smtClean="0"/>
              <a:t>16.11.2025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4E824B2-8786-E259-BF8E-D99ABF39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340C63E-9E42-2466-9755-8DDF678A1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828BA1-D5B6-4A13-84B6-8F1E252A1EE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99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F0682D3-89E5-1D6A-9921-2DECD3209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332F-E96A-45AC-8E64-F2E0E77273C6}" type="datetimeFigureOut">
              <a:rPr lang="ru-RU" smtClean="0"/>
              <a:t>16.11.2025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1E818A3-90A2-C81F-B294-1B768C2C1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18F2086-4262-9C8E-0F97-A2B7165DE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828BA1-D5B6-4A13-84B6-8F1E252A1EE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5253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B1DB8E-9AB7-4398-1DC7-EECD74F8E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B7888C-6F63-5703-E90C-6ADDC45F2E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F7349C-B877-0B87-0CDE-AF98AB9A50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1760AC8-2386-2325-9752-25B1D44B2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332F-E96A-45AC-8E64-F2E0E77273C6}" type="datetimeFigureOut">
              <a:rPr lang="ru-RU" smtClean="0"/>
              <a:t>16.11.2025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EF79E1F-2B96-D529-7E8B-7E4515289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690843C-3F3D-247C-1FA1-D577730A6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828BA1-D5B6-4A13-84B6-8F1E252A1EE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00066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DA1DD1-ED6B-F558-152C-82B8174A2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1477F01-AA3C-B64B-602E-D594A0CF12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C8EF084-2CA6-7927-423A-06611B316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F8B216-D3F1-1F9D-2385-5BDD08BBB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332F-E96A-45AC-8E64-F2E0E77273C6}" type="datetimeFigureOut">
              <a:rPr lang="ru-RU" smtClean="0"/>
              <a:t>16.11.2025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ED0E028-B3BC-AC84-9DF5-5B2BA14FC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19073F8-0CE5-00A8-FDC4-2E0B2C6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828BA1-D5B6-4A13-84B6-8F1E252A1EE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16559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198D98-F5B3-625A-4732-E94347767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5C8EBAC-6F5E-34E9-AA67-2EDC3FC380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BBBE23-6605-D5EF-3087-16CF9088D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332F-E96A-45AC-8E64-F2E0E77273C6}" type="datetimeFigureOut">
              <a:rPr lang="ru-RU" smtClean="0"/>
              <a:t>16.11.2025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35863F3-C226-D579-9209-132D02FD6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53BE373-8231-A555-FE45-52171973B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828BA1-D5B6-4A13-84B6-8F1E252A1EE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4109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B075EEF-36C8-FCF5-B26D-A485254FFC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9DF65DC-39C6-D90B-B42D-DE221E4463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A3D58E8-1081-B869-D3D2-F8EEE9D3C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332F-E96A-45AC-8E64-F2E0E77273C6}" type="datetimeFigureOut">
              <a:rPr lang="ru-RU" smtClean="0"/>
              <a:t>16.11.2025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9FDFB3E-5D63-F9E2-A95D-30358DD4A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E5D9CEC-BE01-05C0-34AE-6FBE463EE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828BA1-D5B6-4A13-84B6-8F1E252A1EE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5549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D6C6B9-73D7-ED8C-56C9-C60CB6228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EC995C-F199-840F-4093-E360D380EA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9647352-1201-8BC5-F4DC-6B839E3025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EB332F-E96A-45AC-8E64-F2E0E77273C6}" type="datetimeFigureOut">
              <a:rPr lang="ru-RU" smtClean="0"/>
              <a:t>16.11.2025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0ED8994-8BB1-9147-D78A-16FD75346F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1BFF2A-AA8E-601B-AB0A-97773E68AD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828BA1-D5B6-4A13-84B6-8F1E252A1EE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0318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873768-B779-90EE-845E-A66C225D21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8ADB553-AFF3-41A1-0BD7-76930B603C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54F5FE7-D70C-5CE0-4AE9-D80D80662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3460" y="-24537"/>
            <a:ext cx="12395459" cy="68825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E5AE56-5280-1538-8F8E-DBAE6F2BC01C}"/>
              </a:ext>
            </a:extLst>
          </p:cNvPr>
          <p:cNvSpPr txBox="1"/>
          <p:nvPr/>
        </p:nvSpPr>
        <p:spPr>
          <a:xfrm>
            <a:off x="1217961" y="2186406"/>
            <a:ext cx="955261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6600" dirty="0">
                <a:solidFill>
                  <a:schemeClr val="bg1"/>
                </a:solidFill>
                <a:latin typeface="Arial Black" panose="020B0A04020102020204" pitchFamily="34" charset="0"/>
              </a:rPr>
              <a:t>РОСАТОМ</a:t>
            </a:r>
            <a:br>
              <a:rPr lang="ru-RU" sz="6600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ru-RU" sz="6600" dirty="0">
                <a:solidFill>
                  <a:schemeClr val="bg1"/>
                </a:solidFill>
                <a:latin typeface="Arial Black" panose="020B0A04020102020204" pitchFamily="34" charset="0"/>
              </a:rPr>
              <a:t>КАТА ДОБРЫХ ДЕЛ</a:t>
            </a:r>
          </a:p>
        </p:txBody>
      </p:sp>
    </p:spTree>
    <p:extLst>
      <p:ext uri="{BB962C8B-B14F-4D97-AF65-F5344CB8AC3E}">
        <p14:creationId xmlns:p14="http://schemas.microsoft.com/office/powerpoint/2010/main" val="1106090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0316B-3FD2-49DC-9D33-C104BCAA8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91AFE5-AE96-A128-BB92-3CF9A457D8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ABD2D05-6DD6-4D71-95E0-21D6FB5D02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C0FC50-72A6-2454-B8C6-7336C3922772}"/>
              </a:ext>
            </a:extLst>
          </p:cNvPr>
          <p:cNvSpPr txBox="1"/>
          <p:nvPr/>
        </p:nvSpPr>
        <p:spPr>
          <a:xfrm>
            <a:off x="1217961" y="2186406"/>
            <a:ext cx="955261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6600" dirty="0">
                <a:solidFill>
                  <a:schemeClr val="bg1"/>
                </a:solidFill>
                <a:latin typeface="Arial Black" panose="020B0A04020102020204" pitchFamily="34" charset="0"/>
              </a:rPr>
              <a:t>РОСАТОМ</a:t>
            </a:r>
            <a:br>
              <a:rPr lang="ru-RU" sz="6600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ru-RU" sz="6600" dirty="0">
                <a:solidFill>
                  <a:schemeClr val="bg1"/>
                </a:solidFill>
                <a:latin typeface="Arial Black" panose="020B0A04020102020204" pitchFamily="34" charset="0"/>
              </a:rPr>
              <a:t>КАТА ДОБРЫХ ДЕЛ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8933DD1-7B96-4BE0-ECE3-384CCD52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8408" y="0"/>
            <a:ext cx="12420408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AEB5C5-4811-E4EE-55D8-448149A5A034}"/>
              </a:ext>
            </a:extLst>
          </p:cNvPr>
          <p:cNvSpPr txBox="1"/>
          <p:nvPr/>
        </p:nvSpPr>
        <p:spPr>
          <a:xfrm>
            <a:off x="868991" y="1228919"/>
            <a:ext cx="928737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Arial Black" panose="020B0A04020102020204" pitchFamily="34" charset="0"/>
              </a:rPr>
              <a:t>СУЩЕСТВУЮЩИЕ ТРУДНОСТИ В КООРДИНАЦИИ ВОЛОНТЕРСТВА</a:t>
            </a:r>
          </a:p>
          <a:p>
            <a:endParaRPr lang="ru-RU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6432CE-2DF3-E515-FF65-365C5C783D71}"/>
              </a:ext>
            </a:extLst>
          </p:cNvPr>
          <p:cNvSpPr txBox="1"/>
          <p:nvPr/>
        </p:nvSpPr>
        <p:spPr>
          <a:xfrm>
            <a:off x="2281494" y="2949476"/>
            <a:ext cx="762901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Но нет единого места, где:</a:t>
            </a:r>
          </a:p>
          <a:p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– увидеть всё, что происходит,</a:t>
            </a:r>
            <a:b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– найти, куда присоединиться,</a:t>
            </a:r>
            <a:b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– рассказать о своей организации,</a:t>
            </a:r>
            <a:b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– управлять волонтерскими активностями.</a:t>
            </a:r>
          </a:p>
          <a:p>
            <a:endParaRPr lang="ru-RU" sz="24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3928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02294-64C3-8328-E8B6-6996FF28F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4FD3FC-2E95-2A56-E30B-B74A755B33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11D14B1-407B-B006-56C3-4B3118463E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7AACB3A-2F94-547D-60FB-E53155EE8B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4159" y="0"/>
            <a:ext cx="12396159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ADF4071-902D-6CE3-271D-C93ACA1DE418}"/>
              </a:ext>
            </a:extLst>
          </p:cNvPr>
          <p:cNvSpPr txBox="1"/>
          <p:nvPr/>
        </p:nvSpPr>
        <p:spPr>
          <a:xfrm>
            <a:off x="1567543" y="1641015"/>
            <a:ext cx="452845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Arial Black" panose="020B0A04020102020204" pitchFamily="34" charset="0"/>
              </a:rPr>
              <a:t>Наше решение, платформа которая объединит всех на одной карте.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2F28A5D-98E7-8946-95FA-3B444264C6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438" y="844600"/>
            <a:ext cx="4805580" cy="4822723"/>
          </a:xfrm>
          <a:prstGeom prst="roundRect">
            <a:avLst>
              <a:gd name="adj" fmla="val 11143"/>
            </a:avLst>
          </a:prstGeom>
          <a:effectLst>
            <a:glow rad="482600">
              <a:schemeClr val="bg1"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768021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92BEA-23A5-0B4D-F8C2-47B0FAADB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B598F7-0F37-A900-BCAF-F6681A227A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61F1503-BAA4-7FCF-711A-31CEAB37B6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4D49FBB-0FEA-DCC9-FB31-C842E8D7D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4159" y="0"/>
            <a:ext cx="12396159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56EA2E-369F-6672-123E-F0ABE6E2D43B}"/>
              </a:ext>
            </a:extLst>
          </p:cNvPr>
          <p:cNvSpPr txBox="1"/>
          <p:nvPr/>
        </p:nvSpPr>
        <p:spPr>
          <a:xfrm>
            <a:off x="2477273" y="5140415"/>
            <a:ext cx="76874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Arial Black" panose="020B0A04020102020204" pitchFamily="34" charset="0"/>
              </a:rPr>
              <a:t>Всё это — в одном удобном современном интерфейсе».</a:t>
            </a:r>
            <a:endParaRPr lang="ru-RU" sz="3600" dirty="0">
              <a:solidFill>
                <a:schemeClr val="bg1"/>
              </a:solidFill>
              <a:effectLst/>
              <a:latin typeface="Arial Black" panose="020B0A04020102020204" pitchFamily="34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161AE22-4599-7ED7-E2C0-CE3CD3D5E3FF}"/>
              </a:ext>
            </a:extLst>
          </p:cNvPr>
          <p:cNvSpPr/>
          <p:nvPr/>
        </p:nvSpPr>
        <p:spPr>
          <a:xfrm>
            <a:off x="1885950" y="803634"/>
            <a:ext cx="8420100" cy="3819525"/>
          </a:xfrm>
          <a:prstGeom prst="roundRect">
            <a:avLst>
              <a:gd name="adj" fmla="val 6941"/>
            </a:avLst>
          </a:prstGeom>
          <a:solidFill>
            <a:schemeClr val="tx1"/>
          </a:solidFill>
          <a:ln>
            <a:solidFill>
              <a:schemeClr val="tx1"/>
            </a:solidFill>
          </a:ln>
          <a:effectLst>
            <a:glow rad="228600">
              <a:schemeClr val="bg2"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06471F-7354-2806-6D6A-4A6E6E01FB6B}"/>
              </a:ext>
            </a:extLst>
          </p:cNvPr>
          <p:cNvSpPr txBox="1"/>
          <p:nvPr/>
        </p:nvSpPr>
        <p:spPr>
          <a:xfrm>
            <a:off x="2477272" y="1005236"/>
            <a:ext cx="76874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- Пользователь видит интерактивную карту всех организаций.</a:t>
            </a:r>
          </a:p>
          <a:p>
            <a:pPr lvl="0"/>
            <a:endParaRPr lang="ru-RU" sz="24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lvl="0"/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- Может выбирать организации по фильтрам.</a:t>
            </a:r>
          </a:p>
          <a:p>
            <a:pPr lvl="0"/>
            <a:endParaRPr lang="ru-RU" sz="24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lvl="0"/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- Организации могут создавать профили и задачи, публиковать фото, управлять активностями.</a:t>
            </a:r>
          </a:p>
        </p:txBody>
      </p:sp>
    </p:spTree>
    <p:extLst>
      <p:ext uri="{BB962C8B-B14F-4D97-AF65-F5344CB8AC3E}">
        <p14:creationId xmlns:p14="http://schemas.microsoft.com/office/powerpoint/2010/main" val="2079539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C05D8-9CED-9D07-7208-C9C408A10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A0A1D67-03C6-CA69-8DE0-CB1406210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3338" y="-66675"/>
            <a:ext cx="12375338" cy="69246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9F5149F-7EBF-D090-A9DB-60C3BAF8D06A}"/>
              </a:ext>
            </a:extLst>
          </p:cNvPr>
          <p:cNvSpPr txBox="1"/>
          <p:nvPr/>
        </p:nvSpPr>
        <p:spPr>
          <a:xfrm>
            <a:off x="3051581" y="2371725"/>
            <a:ext cx="59055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400" dirty="0">
                <a:solidFill>
                  <a:schemeClr val="bg1"/>
                </a:solidFill>
                <a:latin typeface="Arial Black" panose="020B0A04020102020204" pitchFamily="34" charset="0"/>
              </a:rPr>
              <a:t>ЧТО МЫ УСПЕЛИ РЕАЛИЗОВАТЬ?</a:t>
            </a:r>
          </a:p>
        </p:txBody>
      </p:sp>
    </p:spTree>
    <p:extLst>
      <p:ext uri="{BB962C8B-B14F-4D97-AF65-F5344CB8AC3E}">
        <p14:creationId xmlns:p14="http://schemas.microsoft.com/office/powerpoint/2010/main" val="2955315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C6AC5-146A-305C-5C17-B8EF9234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FE9B1A-DF48-D485-824A-8567F521FD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B01C104-2CF4-0ED0-17FC-47D5E71894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1219F0-9CE3-FEE7-DECD-F768DD21BF15}"/>
              </a:ext>
            </a:extLst>
          </p:cNvPr>
          <p:cNvSpPr txBox="1"/>
          <p:nvPr/>
        </p:nvSpPr>
        <p:spPr>
          <a:xfrm>
            <a:off x="1217961" y="2186406"/>
            <a:ext cx="955261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6600" dirty="0">
                <a:solidFill>
                  <a:schemeClr val="bg1"/>
                </a:solidFill>
                <a:latin typeface="Arial Black" panose="020B0A04020102020204" pitchFamily="34" charset="0"/>
              </a:rPr>
              <a:t>РОСАТОМ</a:t>
            </a:r>
            <a:br>
              <a:rPr lang="ru-RU" sz="6600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ru-RU" sz="6600" dirty="0">
                <a:solidFill>
                  <a:schemeClr val="bg1"/>
                </a:solidFill>
                <a:latin typeface="Arial Black" panose="020B0A04020102020204" pitchFamily="34" charset="0"/>
              </a:rPr>
              <a:t>КАТА ДОБРЫХ ДЕЛ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C32EBBE-ACB7-1B93-828D-BA4A83E07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8408" y="0"/>
            <a:ext cx="12420408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2DE3042-408A-2BEC-C9B1-446AE6FAC68F}"/>
              </a:ext>
            </a:extLst>
          </p:cNvPr>
          <p:cNvSpPr txBox="1"/>
          <p:nvPr/>
        </p:nvSpPr>
        <p:spPr>
          <a:xfrm>
            <a:off x="942975" y="1112135"/>
            <a:ext cx="92336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Arial Black" panose="020B0A04020102020204" pitchFamily="34" charset="0"/>
              </a:rPr>
              <a:t>ИСПОЛЬЗОВАННЫЕ ТЕХНОЛОГИИ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6C5E8F-B930-3938-63FD-8013922DCEEB}"/>
              </a:ext>
            </a:extLst>
          </p:cNvPr>
          <p:cNvSpPr txBox="1"/>
          <p:nvPr/>
        </p:nvSpPr>
        <p:spPr>
          <a:xfrm>
            <a:off x="1421423" y="1962181"/>
            <a:ext cx="9509270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Frontend</a:t>
            </a:r>
            <a:r>
              <a:rPr lang="ru-RU" sz="2400" b="1" dirty="0">
                <a:solidFill>
                  <a:schemeClr val="bg1"/>
                </a:solidFill>
                <a:latin typeface="Arial Black" panose="020B0A04020102020204" pitchFamily="34" charset="0"/>
              </a:rPr>
              <a:t>:</a:t>
            </a:r>
            <a:endParaRPr lang="ru-RU" sz="24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ru-RU" sz="240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React</a:t>
            </a:r>
            <a:r>
              <a:rPr lang="ru-RU" sz="2400" b="1" dirty="0">
                <a:solidFill>
                  <a:schemeClr val="bg1"/>
                </a:solidFill>
                <a:latin typeface="Arial Black" panose="020B0A04020102020204" pitchFamily="34" charset="0"/>
              </a:rPr>
              <a:t> + </a:t>
            </a:r>
            <a:r>
              <a:rPr lang="ru-RU" sz="240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TypeScript</a:t>
            </a: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,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ru-RU" sz="240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Redux</a:t>
            </a:r>
            <a:r>
              <a:rPr lang="ru-RU" sz="2400" b="1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ru-RU" sz="240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Toolkit</a:t>
            </a:r>
            <a:r>
              <a:rPr lang="ru-RU" sz="2400" b="1" dirty="0">
                <a:solidFill>
                  <a:schemeClr val="bg1"/>
                </a:solidFill>
                <a:latin typeface="Arial Black" panose="020B0A04020102020204" pitchFamily="34" charset="0"/>
              </a:rPr>
              <a:t> + RTK </a:t>
            </a:r>
            <a:r>
              <a:rPr lang="ru-RU" sz="240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Query</a:t>
            </a: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,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chemeClr val="bg1"/>
                </a:solidFill>
                <a:latin typeface="Arial Black" panose="020B0A04020102020204" pitchFamily="34" charset="0"/>
              </a:rPr>
              <a:t>OpenStreetMap</a:t>
            </a: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 для карты,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ru-RU" sz="240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Tailwind</a:t>
            </a:r>
            <a:r>
              <a:rPr lang="ru-RU" sz="2400" b="1" dirty="0">
                <a:solidFill>
                  <a:schemeClr val="bg1"/>
                </a:solidFill>
                <a:latin typeface="Arial Black" panose="020B0A04020102020204" pitchFamily="34" charset="0"/>
              </a:rPr>
              <a:t>, </a:t>
            </a:r>
            <a:r>
              <a:rPr lang="en-US" sz="240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Schadcn</a:t>
            </a:r>
            <a:r>
              <a:rPr lang="ru-RU" sz="2400" b="1" dirty="0">
                <a:solidFill>
                  <a:schemeClr val="bg1"/>
                </a:solidFill>
                <a:latin typeface="Arial Black" panose="020B0A04020102020204" pitchFamily="34" charset="0"/>
              </a:rPr>
              <a:t> UI</a:t>
            </a: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 — быстрый и современный UI.</a:t>
            </a:r>
          </a:p>
          <a:p>
            <a:pPr lvl="0"/>
            <a:endParaRPr lang="ru-RU" sz="24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2400" b="1" dirty="0" err="1">
                <a:solidFill>
                  <a:schemeClr val="bg1"/>
                </a:solidFill>
                <a:latin typeface="Arial Black" panose="020B0A04020102020204" pitchFamily="34" charset="0"/>
              </a:rPr>
              <a:t>Backend</a:t>
            </a:r>
            <a:r>
              <a:rPr lang="ru-RU" sz="2400" b="1" dirty="0">
                <a:solidFill>
                  <a:schemeClr val="bg1"/>
                </a:solidFill>
                <a:latin typeface="Arial Black" panose="020B0A04020102020204" pitchFamily="34" charset="0"/>
              </a:rPr>
              <a:t>:</a:t>
            </a:r>
            <a:endParaRPr lang="ru-RU" sz="24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интеграция с API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загрузка изображений,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авторизация JWT,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</a:rPr>
              <a:t>нормализация данных и кеширование.</a:t>
            </a:r>
          </a:p>
          <a:p>
            <a:endParaRPr lang="ru-RU" sz="24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57753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F2878-1849-2701-17B4-830DCBCB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5B1A419-B47C-D06E-92EE-AD6FCFF4A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3338" y="-66675"/>
            <a:ext cx="12375338" cy="69246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D91A5F-4CF1-B5D4-709F-C61ACC0F90B4}"/>
              </a:ext>
            </a:extLst>
          </p:cNvPr>
          <p:cNvSpPr txBox="1"/>
          <p:nvPr/>
        </p:nvSpPr>
        <p:spPr>
          <a:xfrm>
            <a:off x="3051581" y="2771775"/>
            <a:ext cx="59055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400" dirty="0">
                <a:solidFill>
                  <a:schemeClr val="bg1"/>
                </a:solidFill>
                <a:latin typeface="Arial Black" panose="020B0A04020102020204" pitchFamily="34" charset="0"/>
              </a:rPr>
              <a:t>ЧТО ДАЛЬШЕ?</a:t>
            </a:r>
          </a:p>
        </p:txBody>
      </p:sp>
    </p:spTree>
    <p:extLst>
      <p:ext uri="{BB962C8B-B14F-4D97-AF65-F5344CB8AC3E}">
        <p14:creationId xmlns:p14="http://schemas.microsoft.com/office/powerpoint/2010/main" val="42867599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9B34B-ACD1-5DB1-C1A6-1C1A1705C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FB4846-1CFB-6F34-2D9D-2B419793C8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0E4E9EE-CC09-8DAB-2E32-C6386C0439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D32502C-B13D-E92B-F05D-A0907B5AE9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4159" y="0"/>
            <a:ext cx="12396159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3B9DE3-C23D-6764-9757-7A6FC9340353}"/>
              </a:ext>
            </a:extLst>
          </p:cNvPr>
          <p:cNvSpPr txBox="1"/>
          <p:nvPr/>
        </p:nvSpPr>
        <p:spPr>
          <a:xfrm>
            <a:off x="1112384" y="1154146"/>
            <a:ext cx="10500632" cy="4549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Полная реализация геймификации платформы</a:t>
            </a: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Разработка мобильного приложения</a:t>
            </a: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Рейтинг городов и организаций</a:t>
            </a: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Календарь событий по городам</a:t>
            </a: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chemeClr val="bg1"/>
                </a:solidFill>
                <a:latin typeface="Arial Black" panose="020B0A04020102020204" pitchFamily="34" charset="0"/>
              </a:rPr>
              <a:t>QR</a:t>
            </a: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Arial Black" panose="020B0A04020102020204" pitchFamily="34" charset="0"/>
              </a:rPr>
              <a:t>-</a:t>
            </a: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 отметка присутствия </a:t>
            </a: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Привязка уровней к новым возможностям сервиса</a:t>
            </a:r>
          </a:p>
        </p:txBody>
      </p:sp>
    </p:spTree>
    <p:extLst>
      <p:ext uri="{BB962C8B-B14F-4D97-AF65-F5344CB8AC3E}">
        <p14:creationId xmlns:p14="http://schemas.microsoft.com/office/powerpoint/2010/main" val="40896702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C497F-9D66-ABAF-9799-E5B061035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BB8511-C6B6-36FD-54FE-1BF2779B4D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5934D50-DD1C-2143-06DF-3E26AFDD20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6C68A9F-EEA3-FDDD-8091-ACDA2A72E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3460" y="-24537"/>
            <a:ext cx="12395459" cy="68825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44F332-561D-DD25-A67C-3629D310BD46}"/>
              </a:ext>
            </a:extLst>
          </p:cNvPr>
          <p:cNvSpPr txBox="1"/>
          <p:nvPr/>
        </p:nvSpPr>
        <p:spPr>
          <a:xfrm>
            <a:off x="1173779" y="2186406"/>
            <a:ext cx="935134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600" dirty="0">
                <a:solidFill>
                  <a:schemeClr val="bg1"/>
                </a:solidFill>
                <a:latin typeface="Arial Black" panose="020B0A04020102020204" pitchFamily="34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220521398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30303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184</Words>
  <Application>Microsoft Office PowerPoint</Application>
  <PresentationFormat>Широкоэкранный</PresentationFormat>
  <Paragraphs>34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Arial Black</vt:lpstr>
      <vt:lpstr>Wingdings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Денис Мясников</dc:creator>
  <cp:lastModifiedBy>Денис Мясников</cp:lastModifiedBy>
  <cp:revision>1</cp:revision>
  <dcterms:created xsi:type="dcterms:W3CDTF">2025-11-16T11:57:24Z</dcterms:created>
  <dcterms:modified xsi:type="dcterms:W3CDTF">2025-11-16T12:51:17Z</dcterms:modified>
</cp:coreProperties>
</file>