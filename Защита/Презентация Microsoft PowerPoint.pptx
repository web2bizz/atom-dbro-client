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BC94D-0C89-58CC-C4D1-0959156DF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B90788-EA14-6D97-D19B-A56A0B6FD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CA7259-36F2-A6DB-BEB6-EF70D881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A30335-84BE-C0A0-88AD-77B05911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ADC953-BF95-C0E7-02E4-9343B7C9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68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F1148-8BE2-07F2-70D2-05D027618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94E4-1124-EFB7-4F7C-0C03F4BC5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957100-5F44-671D-E576-AB8E1673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D551CA-4B0B-F393-7EA8-A7881D8A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7C026B-39E5-13E5-0FE7-98267E8B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67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17621-FCB4-4846-3B63-8898103CB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C7EAC4-EC5A-3570-7614-223B278C0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149DE4-7C3F-DEB0-0A60-605A3FF2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994F7F-ECC5-C75D-F6FF-7A43CB0F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7EAE75-7175-A8F2-788C-8447C073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17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C55FD4-1C1D-1E98-C35B-251B50E0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B14B7E-F83C-F85A-0CC1-B34BBB844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E29580-CAF9-DD43-8920-8EDB45E01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1B3D08-2E90-CB6A-E0FD-8B38FD50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E3B526-8393-89BE-816B-856D6CEB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36530-95F4-9D9C-2964-1E0A9ECD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59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3141F-B553-1428-EBEE-AB99FD9E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9F4571-E513-3CBE-C73A-B3D8E79BE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622F10-4441-AAFC-1A96-BA1F38C4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FF8C0E-9174-1FF5-7C62-1D0368360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1DAC461-F429-8532-D68C-914EA128C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8379FFB-6E78-35EB-B03B-C9CE5F86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FF8C3D-8F99-D9B1-AAD2-04A7F583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415B41-6B41-B288-8300-073B0F8E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76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E27B4-FB41-4B7B-D4D4-09806CFF8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C4ADB7-4F5F-3439-0F91-C4659887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E824B2-8786-E259-BF8E-D99ABF39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40C63E-9E42-2466-9755-8DDF678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0682D3-89E5-1D6A-9921-2DECD320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1E818A3-90A2-C81F-B294-1B768C2C1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8F2086-4262-9C8E-0F97-A2B7165D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25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1DB8E-9AB7-4398-1DC7-EECD74F8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7888C-6F63-5703-E90C-6ADDC45F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F7349C-B877-0B87-0CDE-AF98AB9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760AC8-2386-2325-9752-25B1D44B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F79E1F-2B96-D529-7E8B-7E451528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90843C-3F3D-247C-1FA1-D577730A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00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A1DD1-ED6B-F558-152C-82B8174A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477F01-AA3C-B64B-602E-D594A0CF1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8EF084-2CA6-7927-423A-06611B316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F8B216-D3F1-1F9D-2385-5BDD08BBB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D0E028-B3BC-AC84-9DF5-5B2BA14F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9073F8-0CE5-00A8-FDC4-2E0B2C6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65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98D98-F5B3-625A-4732-E9434776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5C8EBAC-6F5E-34E9-AA67-2EDC3FC38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BBBE23-6605-D5EF-3087-16CF9088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5863F3-C226-D579-9209-132D02FD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3BE373-8231-A555-FE45-52171973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10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B075EEF-36C8-FCF5-B26D-A485254FF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DF65DC-39C6-D90B-B42D-DE221E446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3D58E8-1081-B869-D3D2-F8EEE9D3C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FDFB3E-5D63-F9E2-A95D-30358DD4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5D9CEC-BE01-05C0-34AE-6FBE463E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54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6C6B9-73D7-ED8C-56C9-C60CB622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EC995C-F199-840F-4093-E360D380E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47352-1201-8BC5-F4DC-6B839E302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ED8994-8BB1-9147-D78A-16FD75346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1BFF2A-AA8E-601B-AB0A-97773E68A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31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eb2Bizz/atom-dbro-gateway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82.202.140.37:300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73768-B779-90EE-845E-A66C225D2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ADB553-AFF3-41A1-0BD7-76930B603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4F5FE7-D70C-5CE0-4AE9-D80D80662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460" y="-24537"/>
            <a:ext cx="12395459" cy="6882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E5AE56-5280-1538-8F8E-DBAE6F2BC01C}"/>
              </a:ext>
            </a:extLst>
          </p:cNvPr>
          <p:cNvSpPr txBox="1"/>
          <p:nvPr/>
        </p:nvSpPr>
        <p:spPr>
          <a:xfrm>
            <a:off x="1217961" y="2186406"/>
            <a:ext cx="95526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РОСАТОМ</a:t>
            </a:r>
            <a:b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КАТА ДОБРЫХ ДЕЛ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63FAD-F86B-B7D2-8A59-A424D5F31ADA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09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316B-3FD2-49DC-9D33-C104BCAA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1AFE5-AE96-A128-BB92-3CF9A457D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BD2D05-6DD6-4D71-95E0-21D6FB5D02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0FC50-72A6-2454-B8C6-7336C3922772}"/>
              </a:ext>
            </a:extLst>
          </p:cNvPr>
          <p:cNvSpPr txBox="1"/>
          <p:nvPr/>
        </p:nvSpPr>
        <p:spPr>
          <a:xfrm>
            <a:off x="1217961" y="2186406"/>
            <a:ext cx="95526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РОСАТОМ</a:t>
            </a:r>
            <a:b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КАТА ДОБРЫХ ДЕЛ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933DD1-7B96-4BE0-ECE3-384CCD523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408" y="0"/>
            <a:ext cx="1242040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EB5C5-4811-E4EE-55D8-448149A5A034}"/>
              </a:ext>
            </a:extLst>
          </p:cNvPr>
          <p:cNvSpPr txBox="1"/>
          <p:nvPr/>
        </p:nvSpPr>
        <p:spPr>
          <a:xfrm>
            <a:off x="868991" y="1228919"/>
            <a:ext cx="92873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СУЩЕСТВУЮЩИЕ ТРУДНОСТИ В КООРДИНАЦИИ ВОЛОНТЕРСТВА</a:t>
            </a:r>
          </a:p>
          <a:p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432CE-2DF3-E515-FF65-365C5C783D71}"/>
              </a:ext>
            </a:extLst>
          </p:cNvPr>
          <p:cNvSpPr txBox="1"/>
          <p:nvPr/>
        </p:nvSpPr>
        <p:spPr>
          <a:xfrm>
            <a:off x="2281494" y="2949476"/>
            <a:ext cx="76290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Но нет единого места, где:</a:t>
            </a: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– увидеть всё, что происходит,</a:t>
            </a:r>
            <a:b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– найти, куда присоединиться,</a:t>
            </a:r>
            <a:b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– рассказать о своей организации,</a:t>
            </a:r>
            <a:b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– управлять волонтерскими активностями.</a:t>
            </a:r>
          </a:p>
          <a:p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4FD21-C4B1-60AC-623A-64D2D07E1A82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92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2294-64C3-8328-E8B6-6996FF28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FD3FC-2E95-2A56-E30B-B74A755B3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1D14B1-407B-B006-56C3-4B3118463E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AACB3A-2F94-547D-60FB-E53155EE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159" y="0"/>
            <a:ext cx="1239615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DF4071-902D-6CE3-271D-C93ACA1DE418}"/>
              </a:ext>
            </a:extLst>
          </p:cNvPr>
          <p:cNvSpPr txBox="1"/>
          <p:nvPr/>
        </p:nvSpPr>
        <p:spPr>
          <a:xfrm>
            <a:off x="1567543" y="1641015"/>
            <a:ext cx="45284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Наше решение, платформа которая объединит всех на одной карте.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2F28A5D-98E7-8946-95FA-3B444264C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38" y="844600"/>
            <a:ext cx="4805580" cy="4822723"/>
          </a:xfrm>
          <a:prstGeom prst="roundRect">
            <a:avLst>
              <a:gd name="adj" fmla="val 11143"/>
            </a:avLst>
          </a:prstGeom>
          <a:effectLst>
            <a:glow rad="482600">
              <a:schemeClr val="bg1">
                <a:alpha val="4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156A2D-A6C0-970E-D6DA-C4F3B7E103F5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02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2BEA-23A5-0B4D-F8C2-47B0FAAD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598F7-0F37-A900-BCAF-F6681A227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1F1503-BAA4-7FCF-711A-31CEAB37B6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D49FBB-0FEA-DCC9-FB31-C842E8D7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159" y="0"/>
            <a:ext cx="1239615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56EA2E-369F-6672-123E-F0ABE6E2D43B}"/>
              </a:ext>
            </a:extLst>
          </p:cNvPr>
          <p:cNvSpPr txBox="1"/>
          <p:nvPr/>
        </p:nvSpPr>
        <p:spPr>
          <a:xfrm>
            <a:off x="2477273" y="5140415"/>
            <a:ext cx="7687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Всё это — в одном удобном современном интерфейсе».</a:t>
            </a:r>
            <a:endParaRPr lang="ru-RU" sz="3600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161AE22-4599-7ED7-E2C0-CE3CD3D5E3FF}"/>
              </a:ext>
            </a:extLst>
          </p:cNvPr>
          <p:cNvSpPr/>
          <p:nvPr/>
        </p:nvSpPr>
        <p:spPr>
          <a:xfrm>
            <a:off x="1885950" y="803634"/>
            <a:ext cx="8420100" cy="3819525"/>
          </a:xfrm>
          <a:prstGeom prst="roundRect">
            <a:avLst>
              <a:gd name="adj" fmla="val 6941"/>
            </a:avLst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228600">
              <a:schemeClr val="bg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6471F-7354-2806-6D6A-4A6E6E01FB6B}"/>
              </a:ext>
            </a:extLst>
          </p:cNvPr>
          <p:cNvSpPr txBox="1"/>
          <p:nvPr/>
        </p:nvSpPr>
        <p:spPr>
          <a:xfrm>
            <a:off x="2477272" y="1005236"/>
            <a:ext cx="76874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Пользователь видит интерактивную карту всех организаций.</a:t>
            </a:r>
          </a:p>
          <a:p>
            <a:pPr lvl="0"/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Может выбирать организации по фильтрам.</a:t>
            </a:r>
          </a:p>
          <a:p>
            <a:pPr lvl="0"/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Организации могут создавать профили и задачи, публиковать фото, управлять активностями.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4AFF7-2AB7-D260-ECEF-23261C58B715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53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C05D8-9CED-9D07-7208-C9C408A1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0A1D67-03C6-CA69-8DE0-CB1406210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338" y="-66675"/>
            <a:ext cx="12375338" cy="6924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F5149F-7EBF-D090-A9DB-60C3BAF8D06A}"/>
              </a:ext>
            </a:extLst>
          </p:cNvPr>
          <p:cNvSpPr txBox="1"/>
          <p:nvPr/>
        </p:nvSpPr>
        <p:spPr>
          <a:xfrm>
            <a:off x="3051581" y="2371725"/>
            <a:ext cx="5905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Arial Black" panose="020B0A04020102020204" pitchFamily="34" charset="0"/>
              </a:rPr>
              <a:t>ЧТО МЫ УСПЕЛИ РЕАЛИЗОВАТЬ?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A99D80-68D7-0F16-DD3C-639C0EB44619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1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6AC5-146A-305C-5C17-B8EF9234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FE9B1A-DF48-D485-824A-8567F521FD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1C104-2CF4-0ED0-17FC-47D5E7189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219F0-9CE3-FEE7-DECD-F768DD21BF15}"/>
              </a:ext>
            </a:extLst>
          </p:cNvPr>
          <p:cNvSpPr txBox="1"/>
          <p:nvPr/>
        </p:nvSpPr>
        <p:spPr>
          <a:xfrm>
            <a:off x="1217961" y="2186406"/>
            <a:ext cx="95526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РОСАТОМ</a:t>
            </a:r>
            <a:b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КАТА ДОБРЫХ ДЕЛ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32EBBE-ACB7-1B93-828D-BA4A83E07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408" y="0"/>
            <a:ext cx="1242040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E3042-408A-2BEC-C9B1-446AE6FAC68F}"/>
              </a:ext>
            </a:extLst>
          </p:cNvPr>
          <p:cNvSpPr txBox="1"/>
          <p:nvPr/>
        </p:nvSpPr>
        <p:spPr>
          <a:xfrm>
            <a:off x="942975" y="1112135"/>
            <a:ext cx="9233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ИСПОЛЬЗОВАННЫЕ ТЕХНОЛОГИИ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C5E8F-B930-3938-63FD-8013922DCEEB}"/>
              </a:ext>
            </a:extLst>
          </p:cNvPr>
          <p:cNvSpPr txBox="1"/>
          <p:nvPr/>
        </p:nvSpPr>
        <p:spPr>
          <a:xfrm>
            <a:off x="1421423" y="1631504"/>
            <a:ext cx="9509270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Frontend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React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+ </a:t>
            </a: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TypeScript</a:t>
            </a: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Redux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Toolkit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+ RTK </a:t>
            </a: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Query</a:t>
            </a: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OpenStreetMap</a:t>
            </a: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 для карты,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Tailwind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US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Schadcn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UI</a:t>
            </a: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 — быстрый и современный UI.</a:t>
            </a:r>
          </a:p>
          <a:p>
            <a:pPr lvl="0"/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Backend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интеграция с API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загрузка изображений,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авторизация JWT,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нормализация данных и кеширование.</a:t>
            </a:r>
            <a:endParaRPr lang="en-U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S3 Beget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ava-gen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portainer</a:t>
            </a:r>
            <a:endParaRPr lang="en-U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E618A-F117-260D-1C25-749EF57119BA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77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2878-1849-2701-17B4-830DCBCB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B1A419-B47C-D06E-92EE-AD6FCFF4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338" y="-66675"/>
            <a:ext cx="12375338" cy="6924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91A5F-4CF1-B5D4-709F-C61ACC0F90B4}"/>
              </a:ext>
            </a:extLst>
          </p:cNvPr>
          <p:cNvSpPr txBox="1"/>
          <p:nvPr/>
        </p:nvSpPr>
        <p:spPr>
          <a:xfrm>
            <a:off x="3051581" y="2771775"/>
            <a:ext cx="5905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Arial Black" panose="020B0A04020102020204" pitchFamily="34" charset="0"/>
              </a:rPr>
              <a:t>ЧТО ДАЛЬШЕ?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26F5D-3FF5-337F-B1F8-C2CD861721B6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75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B34B-ACD1-5DB1-C1A6-1C1A1705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B4846-1CFB-6F34-2D9D-2B419793C8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E4E9EE-CC09-8DAB-2E32-C6386C043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32502C-B13D-E92B-F05D-A0907B5AE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159" y="0"/>
            <a:ext cx="1239615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3B9DE3-C23D-6764-9757-7A6FC9340353}"/>
              </a:ext>
            </a:extLst>
          </p:cNvPr>
          <p:cNvSpPr txBox="1"/>
          <p:nvPr/>
        </p:nvSpPr>
        <p:spPr>
          <a:xfrm>
            <a:off x="1112384" y="1154146"/>
            <a:ext cx="10500632" cy="4549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Полная реализация геймификации платформы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Разработка мобильного приложения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Рейтинг городов и организаций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Календарь событий по городам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QR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 отметка присутствия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Привязка уровней к новым возможностям сервиса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F8F99-2F41-7BCD-1C58-A1F4AEF03573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67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C497F-9D66-ABAF-9799-E5B06103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B8511-C6B6-36FD-54FE-1BF2779B4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934D50-DD1C-2143-06DF-3E26AFDD20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C68A9F-EEA3-FDDD-8091-ACDA2A72E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460" y="-24537"/>
            <a:ext cx="12395459" cy="6882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4F332-561D-DD25-A67C-3629D310BD46}"/>
              </a:ext>
            </a:extLst>
          </p:cNvPr>
          <p:cNvSpPr txBox="1"/>
          <p:nvPr/>
        </p:nvSpPr>
        <p:spPr>
          <a:xfrm>
            <a:off x="1173779" y="2186406"/>
            <a:ext cx="935134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СПАСИБО ЗА ВНИМАНИЕ!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2B26D-7D3F-AD4B-4DD4-A71A38337C20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21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30F2-EEE2-4D59-6A56-4B1E5829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3104B-742A-EAF0-F639-B8ABCE1BD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ru-RU" sz="40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55BD07-7EAD-209D-845D-9EC3FC113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sz="40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2F3F15-E112-490B-24B7-2BEE4E3C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459" y="-24538"/>
            <a:ext cx="12395459" cy="68825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CDF344-E4E7-0070-CC31-1E3D308B76E6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5A43C4-96FE-03C5-80B7-4DF2DE19D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988" y="1122363"/>
            <a:ext cx="5010888" cy="50108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6FBF62-A11C-677D-3319-46BFAAC51976}"/>
              </a:ext>
            </a:extLst>
          </p:cNvPr>
          <p:cNvSpPr txBox="1"/>
          <p:nvPr/>
        </p:nvSpPr>
        <p:spPr>
          <a:xfrm>
            <a:off x="833437" y="592138"/>
            <a:ext cx="10171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ЗАЙТИ С МОБИЛЬНОГО УСТРОЙСТВА</a:t>
            </a:r>
          </a:p>
        </p:txBody>
      </p:sp>
    </p:spTree>
    <p:extLst>
      <p:ext uri="{BB962C8B-B14F-4D97-AF65-F5344CB8AC3E}">
        <p14:creationId xmlns:p14="http://schemas.microsoft.com/office/powerpoint/2010/main" val="1346139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4D9FF-705A-A6AC-4632-B4FDB0AC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87ADD-BA81-0649-059E-F3205BEEC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ru-RU" sz="40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61B024-1F27-C3FD-2568-56E57BED5B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sz="40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80D1A2-545A-F3D4-9590-5132B86A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459" y="-24538"/>
            <a:ext cx="12395459" cy="6882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ACA06-6876-27DA-EB85-790ED8EA0BAC}"/>
              </a:ext>
            </a:extLst>
          </p:cNvPr>
          <p:cNvSpPr txBox="1"/>
          <p:nvPr/>
        </p:nvSpPr>
        <p:spPr>
          <a:xfrm>
            <a:off x="141157" y="2416732"/>
            <a:ext cx="115728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Github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hlinkClick r:id="rId3" tooltip="https://github.com/Web2Bizz/atom-dbro-gateway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https://github.com/Web2Bizz/atom-dbro-gateway.git</a:t>
            </a:r>
            <a:endParaRPr lang="ru-RU" sz="32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EB94F-4B17-2934-796C-B98F92A055A0}"/>
              </a:ext>
            </a:extLst>
          </p:cNvPr>
          <p:cNvSpPr txBox="1"/>
          <p:nvPr/>
        </p:nvSpPr>
        <p:spPr>
          <a:xfrm>
            <a:off x="-1353943" y="3429000"/>
            <a:ext cx="11870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Website: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hlinkClick r:id="rId4" tooltip="http://82.202.140.37:300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http://82.202.140.37:3000/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endParaRPr lang="ru-RU" sz="32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ABB43-E8A1-8A43-CE1E-807299CBAE07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27E77-FD1A-8819-A57C-AF091F441C92}"/>
              </a:ext>
            </a:extLst>
          </p:cNvPr>
          <p:cNvSpPr txBox="1"/>
          <p:nvPr/>
        </p:nvSpPr>
        <p:spPr>
          <a:xfrm>
            <a:off x="156351" y="4360562"/>
            <a:ext cx="11870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Moderation: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http://82.202.140.37:3000/moderator</a:t>
            </a:r>
            <a:endParaRPr lang="ru-RU" sz="32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3212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30303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229</Words>
  <Application>Microsoft Office PowerPoint</Application>
  <PresentationFormat>Широкоэкранный</PresentationFormat>
  <Paragraphs>52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Мясников</dc:creator>
  <cp:lastModifiedBy>Денис Мясников</cp:lastModifiedBy>
  <cp:revision>5</cp:revision>
  <dcterms:created xsi:type="dcterms:W3CDTF">2025-11-16T11:57:24Z</dcterms:created>
  <dcterms:modified xsi:type="dcterms:W3CDTF">2025-11-16T16:25:44Z</dcterms:modified>
</cp:coreProperties>
</file>